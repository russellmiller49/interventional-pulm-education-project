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ea70273952f4364" /><Relationship Type="http://schemas.openxmlformats.org/officeDocument/2006/relationships/extended-properties" Target="/docProps/app.xml" Id="Ra52396d80bff4ec8" /><Relationship Type="http://schemas.openxmlformats.org/officeDocument/2006/relationships/officeDocument" Target="/ppt/presentation.xml" Id="R8203a49f9c834e5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1c3da7bbccd4a10"/>
  </p:sldMasterIdLst>
  <p:notesMasterIdLst>
    <p:notesMasterId xmlns:r="http://schemas.openxmlformats.org/officeDocument/2006/relationships" r:id="Rccec7c4422b1481e"/>
  </p:notesMasterIdLst>
  <p:sldIdLst>
    <p:sldId xmlns:r="http://schemas.openxmlformats.org/officeDocument/2006/relationships" id="256" r:id="R3cec29c8a9e84fc4"/>
    <p:sldId xmlns:r="http://schemas.openxmlformats.org/officeDocument/2006/relationships" id="257" r:id="Rb209b8e1d9164c13"/>
  </p:sldIdLst>
  <p:sldSz cx="18288000" cy="10287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21f4fe350e8445e" /><Relationship Type="http://schemas.openxmlformats.org/officeDocument/2006/relationships/slideMaster" Target="/ppt/slideMasters/slideMaster1.xml" Id="R31c3da7bbccd4a10" /><Relationship Type="http://schemas.openxmlformats.org/officeDocument/2006/relationships/notesMaster" Target="/ppt/notesMasters/notesMaster1.xml" Id="Rccec7c4422b1481e" /><Relationship Type="http://schemas.openxmlformats.org/officeDocument/2006/relationships/presProps" Target="/ppt/presProps.xml" Id="Reacf18fd898947ee" /><Relationship Type="http://schemas.openxmlformats.org/officeDocument/2006/relationships/tableStyles" Target="/ppt/tableStyles.xml" Id="R404e86950aed47bb" /><Relationship Type="http://schemas.openxmlformats.org/officeDocument/2006/relationships/slide" Target="/ppt/slides/slide1.xml" Id="R3cec29c8a9e84fc4" /><Relationship Type="http://schemas.openxmlformats.org/officeDocument/2006/relationships/slide" Target="/ppt/slides/slide2.xml" Id="Rb209b8e1d9164c1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dd11c67e79d4ba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92d76cd192e4f85" /><Relationship Type="http://schemas.openxmlformats.org/officeDocument/2006/relationships/notesMaster" Target="/ppt/notesMasters/notesMaster1.xml" Id="R8161cd570ae342e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97a18fbfa074f38" /><Relationship Type="http://schemas.openxmlformats.org/officeDocument/2006/relationships/notesMaster" Target="/ppt/notesMasters/notesMaster1.xml" Id="R83e270211ae64c6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a3b1176f7f0462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5ee9b5dfc9b49dd" /><Relationship Type="http://schemas.openxmlformats.org/officeDocument/2006/relationships/slideLayout" Target="/ppt/slideLayouts/slideLayout1.xml" Id="R81cec14df5a34fc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1cec14df5a34fc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34f66b5b044d96" /><Relationship Type="http://schemas.openxmlformats.org/officeDocument/2006/relationships/image" Target="/ppt/media/image.png" Id="Rc22de48d4c634576" /><Relationship Type="http://schemas.openxmlformats.org/officeDocument/2006/relationships/notesSlide" Target="/ppt/notesSlides/notesSlide1.xml" Id="R5cbe5e4bcb90447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7570ac9f114153" /><Relationship Type="http://schemas.openxmlformats.org/officeDocument/2006/relationships/image" Target="/ppt/media/image2.png" Id="R3220f3b3a2194f55" /><Relationship Type="http://schemas.openxmlformats.org/officeDocument/2006/relationships/notesSlide" Target="/ppt/notesSlides/notesSlide2.xml" Id="R1d45259364c34c0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0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2de48d4c63457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228682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710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20f3b3a2194f5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30062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2026-07-16T22:24:44.1330000Z</dcterms:created>
  <dcterms:modified xsi:type="dcterms:W3CDTF">2026-07-16T22:24:44.1330000Z</dcterms:modified>
</coreProperties>
</file>